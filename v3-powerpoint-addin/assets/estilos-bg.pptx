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0104100" cy="11303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89000" y="304800"/>
            <a:ext cx="18415000" cy="381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76767C"/>
                </a:solidFill>
                <a:latin typeface="Avenir Next"/>
              </a:rPr>
              <a:t>Estilos B+G — copie um bloco ou use o Pincel de Formatação (carrega a entrelinha). Apague este slide depois.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9000" y="9144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HERO STATEMENT · 120pt · 0.8x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000" y="1193800"/>
            <a:ext cx="8890000" cy="20828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C5E6D"/>
                </a:solidFill>
                <a:latin typeface="Avenir Next"/>
              </a:rPr>
              <a:t>Ideia grande</a:t>
            </a:r>
            <a:r>
              <a:rPr sz="12000" b="1">
                <a:solidFill>
                  <a:srgbClr val="436AE1"/>
                </a:solidFill>
                <a:latin typeface="Avenir Next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9000" y="34798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HERO sobre 436AE1 · branco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9000" y="3759200"/>
            <a:ext cx="8890000" cy="2082800"/>
          </a:xfrm>
          <a:prstGeom prst="rect">
            <a:avLst/>
          </a:prstGeom>
          <a:solidFill>
            <a:srgbClr val="436AE1"/>
          </a:solidFill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Avenir Next"/>
              </a:rPr>
              <a:t>Ideia grande</a:t>
            </a:r>
            <a:r>
              <a:rPr sz="12000" b="1">
                <a:solidFill>
                  <a:srgbClr val="FC5E6D"/>
                </a:solidFill>
                <a:latin typeface="Avenir Next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000" y="60452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MEGA STATEMENT · 80pt · 0.9x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" y="6324600"/>
            <a:ext cx="8890000" cy="14224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8000" b="1">
                <a:solidFill>
                  <a:srgbClr val="436AE1"/>
                </a:solidFill>
                <a:latin typeface="Avenir Next"/>
              </a:rPr>
              <a:t>Mega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79502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H1 TÍTULO DE PÁGINA · 60pt · 0.9x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8229600"/>
            <a:ext cx="8890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C5E6D"/>
                </a:solidFill>
                <a:latin typeface="Avenir Next"/>
              </a:rPr>
              <a:t>Título de página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12400" y="9144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LABEL DE SEÇÃO · 60pt · 0.9x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12400" y="1193800"/>
            <a:ext cx="8890000" cy="10795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C5E6D"/>
                </a:solidFill>
                <a:latin typeface="Avenir Next"/>
              </a:rPr>
              <a:t>Label de seção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2400" y="24765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CORPO DE TEXTO · 44pt · 1.15x · Reg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2400" y="2755900"/>
            <a:ext cx="8890000" cy="8128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>
                <a:solidFill>
                  <a:srgbClr val="436AE1"/>
                </a:solidFill>
                <a:latin typeface="Avenir Next"/>
              </a:rPr>
              <a:t>Corpo de texto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12400" y="37719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H3 CORPO DESCRITIVO · 34pt · 0.95x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12400" y="4051300"/>
            <a:ext cx="8890000" cy="6477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C5E6D"/>
                </a:solidFill>
                <a:latin typeface="Avenir Next"/>
              </a:rPr>
              <a:t>Corpo descritivo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12400" y="49022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H4 SUBTÍTULO DE PILAR · 28pt · 1.0x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2400" y="5181600"/>
            <a:ext cx="8890000" cy="5461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436AE1"/>
                </a:solidFill>
                <a:latin typeface="Avenir Next"/>
              </a:rPr>
              <a:t>Subtítulo de pilar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2400" y="59309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H5 TEXTO DESCRITIVO · 24pt · 1.0x · Reg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2400" y="62103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436AE1"/>
                </a:solidFill>
                <a:latin typeface="Avenir Next"/>
              </a:rPr>
              <a:t>Texto descritivo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12400" y="68961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CORPO DE PILAR · 20pt · 1.3x · Reg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12400" y="7175500"/>
            <a:ext cx="8890000" cy="4064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436AE1"/>
                </a:solidFill>
                <a:latin typeface="Avenir Next"/>
              </a:rPr>
              <a:t>Corpo de 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2400" y="77851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LABEL / EYEBROW · 18pt · 1.0x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2400" y="8064500"/>
            <a:ext cx="889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C5E6D"/>
                </a:solidFill>
                <a:latin typeface="Avenir Next"/>
              </a:rPr>
              <a:t>Label / eyebrow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12400" y="8648700"/>
            <a:ext cx="8890000" cy="279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76767C"/>
                </a:solidFill>
                <a:latin typeface="Avenir Next"/>
              </a:rPr>
              <a:t>LEGENDA / CAPTION · 16pt · 1.3x · Reg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12400" y="8928100"/>
            <a:ext cx="8890000" cy="342900"/>
          </a:xfrm>
          <a:prstGeom prst="rect">
            <a:avLst/>
          </a:prstGeom>
          <a:noFill/>
          <a:ln>
            <a:noFill/>
          </a:ln>
        </p:spPr>
        <p:txBody>
          <a:bodyPr wrap="square" lIns="101600" rIns="101600" tIns="50800" bIns="5080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36AE1"/>
                </a:solidFill>
                <a:latin typeface="Avenir Next"/>
              </a:rPr>
              <a:t>Legenda / caption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