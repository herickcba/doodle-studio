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12801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6767C"/>
                </a:solidFill>
                <a:latin typeface="Avenir Next"/>
              </a:rPr>
              <a:t>Estilos B+G — copie um bloco ou use o Pincel de Formatação. Apague este slide depois.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6767C"/>
                </a:solidFill>
                <a:latin typeface="Avenir Next"/>
              </a:rPr>
              <a:t>HERO STATEMENT · 120pt · 0.8x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26517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54864" bIns="54864">
            <a:no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C5E6D"/>
                </a:solidFill>
                <a:latin typeface="Avenir Next"/>
              </a:rPr>
              <a:t>Ideia grande</a:t>
            </a:r>
            <a:r>
              <a:rPr sz="12000" b="1">
                <a:solidFill>
                  <a:srgbClr val="436AE1"/>
                </a:solidFill>
                <a:latin typeface="Avenir Next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6767C"/>
                </a:solidFill>
                <a:latin typeface="Avenir Next"/>
              </a:rPr>
              <a:t>HERO sobre fundo 436AE1 · branco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11064240" cy="2651760"/>
          </a:xfrm>
          <a:prstGeom prst="rect">
            <a:avLst/>
          </a:prstGeom>
          <a:solidFill>
            <a:srgbClr val="436AE1"/>
          </a:solidFill>
          <a:ln>
            <a:noFill/>
          </a:ln>
        </p:spPr>
        <p:txBody>
          <a:bodyPr wrap="square" lIns="109728" rIns="109728" tIns="54864" bIns="54864">
            <a:no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Ideia grande</a:t>
            </a:r>
            <a:r>
              <a:rPr sz="12000" b="1">
                <a:solidFill>
                  <a:srgbClr val="FC5E6D"/>
                </a:solidFill>
                <a:latin typeface="Avenir Next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223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6767C"/>
                </a:solidFill>
                <a:latin typeface="Avenir Next"/>
              </a:rPr>
              <a:t>MEGA STATEMENT · 80pt · 0.9x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635240"/>
            <a:ext cx="11064240" cy="201168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54864" bIns="54864">
            <a:no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Mega statement</a:t>
            </a:r>
            <a:r>
              <a:rPr sz="8000" b="1">
                <a:solidFill>
                  <a:srgbClr val="436AE1"/>
                </a:solidFill>
                <a:latin typeface="Avenir Next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92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6767C"/>
                </a:solidFill>
                <a:latin typeface="Avenir Next"/>
              </a:rPr>
              <a:t>H1 TÍTULO DE PÁGINA · 60pt · 0.9x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104119"/>
            <a:ext cx="11064240" cy="155448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54864" bIns="54864">
            <a:no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C5E6D"/>
                </a:solidFill>
                <a:latin typeface="Avenir Next"/>
              </a:rPr>
              <a:t>Título de página</a:t>
            </a:r>
            <a:r>
              <a:rPr sz="6000" b="1">
                <a:solidFill>
                  <a:srgbClr val="FC5E6D"/>
                </a:solidFill>
                <a:latin typeface="Avenir Next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